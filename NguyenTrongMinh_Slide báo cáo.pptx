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314" r:id="rId8"/>
    <p:sldId id="315" r:id="rId9"/>
    <p:sldId id="316" r:id="rId10"/>
    <p:sldId id="309" r:id="rId11"/>
    <p:sldId id="321" r:id="rId12"/>
    <p:sldId id="319" r:id="rId13"/>
    <p:sldId id="323" r:id="rId14"/>
    <p:sldId id="325" r:id="rId15"/>
    <p:sldId id="313" r:id="rId16"/>
    <p:sldId id="322" r:id="rId17"/>
    <p:sldId id="261" r:id="rId18"/>
  </p:sldIdLst>
  <p:sldSz cx="9144000" cy="6858000" type="screen4x3"/>
  <p:notesSz cx="6858000" cy="9144000"/>
  <p:embeddedFontLst>
    <p:embeddedFont>
      <p:font typeface="Calibri" panose="020F0502020204030204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69278" y="3666392"/>
            <a:ext cx="5196254" cy="128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4500"/>
              <a:buFont typeface="Calibri" panose="020F0502020204030204"/>
              <a:buNone/>
              <a:defRPr sz="4500" b="1">
                <a:solidFill>
                  <a:srgbClr val="FEE5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369278" y="5178670"/>
            <a:ext cx="48487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 panose="020F0502020204030204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7163533" y="6559062"/>
            <a:ext cx="995729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90147" y="6559062"/>
            <a:ext cx="6873386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159262" y="6550271"/>
            <a:ext cx="703384" cy="2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3887390" y="987426"/>
            <a:ext cx="4948877" cy="530786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07732" y="987425"/>
            <a:ext cx="3271287" cy="530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1833197" y="-646235"/>
            <a:ext cx="5512777" cy="85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893835" y="2555448"/>
            <a:ext cx="527135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72418" y="640922"/>
            <a:ext cx="527135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 panose="020F0502020204030204"/>
              <a:buNone/>
              <a:defRPr sz="3200" b="1" i="0" u="none" strike="noStrike" cap="none">
                <a:solidFill>
                  <a:srgbClr val="F2F2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F386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0" y="3428365"/>
            <a:ext cx="4679315" cy="119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NGHI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 CỨU V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À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X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Y DỰNG CÔNG CỤ</a:t>
            </a:r>
            <a:b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SINH TỰ 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ỘNG TEST CASE V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À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DỮ LIỆU GIẢ LẬP</a:t>
            </a:r>
            <a:b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CHO KIỂM THỬ C</a:t>
            </a:r>
            <a:r>
              <a:rPr lang="" altLang="en-US" sz="1800" dirty="0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SỞ DỮ LIỆU</a:t>
            </a:r>
            <a:endParaRPr sz="1800" dirty="0">
              <a:solidFill>
                <a:srgbClr val="FFFF00"/>
              </a:solidFill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038" y="4626864"/>
            <a:ext cx="4848765" cy="10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vi-VN" sz="2000" dirty="0"/>
              <a:t>GVHD</a:t>
            </a:r>
            <a:r>
              <a:rPr lang="en-US" sz="2000" dirty="0"/>
              <a:t>: </a:t>
            </a:r>
            <a:r>
              <a:rPr lang="vi-VN" sz="2000" dirty="0"/>
              <a:t>ThS. </a:t>
            </a:r>
            <a:r>
              <a:rPr lang="vi-VN" sz="2000"/>
              <a:t>Đỗ Thị Đào</a:t>
            </a:r>
            <a:endParaRPr lang="vi-VN" sz="2000"/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dirty="0"/>
              <a:t>SV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 </a:t>
            </a:r>
            <a:r>
              <a:rPr lang="vi-VN" sz="2000" dirty="0"/>
              <a:t>Nguyễn Trọng </a:t>
            </a:r>
            <a:r>
              <a:rPr lang="vi-VN" sz="2000" dirty="0"/>
              <a:t>Minh 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KHOA CNTT</a:t>
            </a:r>
            <a:endParaRPr lang="en-US" b="1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TRƯỜNG ĐẠI HỌC SPKT HƯNG YÊN</a:t>
            </a:r>
            <a:endParaRPr lang="en-US" b="1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-3420" y="39442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97" name="Google Shape;97;p2"/>
          <p:cNvSpPr/>
          <p:nvPr/>
        </p:nvSpPr>
        <p:spPr>
          <a:xfrm>
            <a:off x="2853775" y="2155320"/>
            <a:ext cx="554359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Thiết kế và xây dựng hệ thống</a:t>
            </a:r>
            <a:endParaRPr lang="vi-VN" sz="2200" b="1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2972380" y="3489462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810353" y="107143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</a:t>
            </a:r>
            <a:endParaRPr lang="vi-VN" sz="2200" b="1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51528" y="1173724"/>
            <a:ext cx="381000" cy="381000"/>
            <a:chOff x="2078" y="1680"/>
            <a:chExt cx="1615" cy="1615"/>
          </a:xfrm>
        </p:grpSpPr>
        <p:sp>
          <p:nvSpPr>
            <p:cNvPr id="101" name="Google Shape;10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2385180" y="2217303"/>
            <a:ext cx="381000" cy="381000"/>
            <a:chOff x="2078" y="1680"/>
            <a:chExt cx="1615" cy="1615"/>
          </a:xfrm>
        </p:grpSpPr>
        <p:sp>
          <p:nvSpPr>
            <p:cNvPr id="115" name="Google Shape;115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546624" y="3553316"/>
            <a:ext cx="355600" cy="381000"/>
            <a:chOff x="2078" y="1680"/>
            <a:chExt cx="1615" cy="1615"/>
          </a:xfrm>
        </p:grpSpPr>
        <p:sp>
          <p:nvSpPr>
            <p:cNvPr id="122" name="Google Shape;122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2953658" y="4718485"/>
            <a:ext cx="5343421" cy="529445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Kết quả hệ </a:t>
            </a: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thống  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6" name="Google Shape;136;p2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2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277862" y="5801415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triển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0" name="Google Shape;140;p2"/>
          <p:cNvGrpSpPr/>
          <p:nvPr/>
        </p:nvGrpSpPr>
        <p:grpSpPr>
          <a:xfrm>
            <a:off x="2255782" y="4824312"/>
            <a:ext cx="381000" cy="381000"/>
            <a:chOff x="2078" y="1680"/>
            <a:chExt cx="1615" cy="1615"/>
          </a:xfrm>
        </p:grpSpPr>
        <p:sp>
          <p:nvSpPr>
            <p:cNvPr id="141" name="Google Shape;14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148" name="Google Shape;148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Thiết kế và xây dựng framework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88309" y="90681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 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2923891" y="4611353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Kết quả hệ </a:t>
            </a: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thống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370006" y="573762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triển </a:t>
            </a:r>
            <a:endParaRPr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 panose="020F0502020204030204"/>
              <a:buNone/>
            </a:pPr>
            <a:r>
              <a:rPr lang="vi-VN" dirty="0">
                <a:latin typeface="Times New Roman" panose="02020603050405020304" charset="0"/>
                <a:cs typeface="Times New Roman" panose="02020603050405020304" charset="0"/>
              </a:rPr>
              <a:t>Giới thiệu đề tài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539115" y="1005205"/>
            <a:ext cx="68770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vi-VN" sz="2200" b="1" dirty="0">
                <a:latin typeface="Times New Roman" panose="02020603050405020304" charset="0"/>
                <a:cs typeface="Times New Roman" panose="02020603050405020304" charset="0"/>
              </a:rPr>
              <a:t>Tên đề tài:</a:t>
            </a:r>
            <a:endParaRPr lang="vi-VN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vi-VN" sz="2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Nghiên cứu và xây dựng công cụ sinh tự 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ộng test case và dữ liệu giả lập cho kiểm thử cơ sở dữ liệu.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37235" y="2679700"/>
            <a:ext cx="6764655" cy="216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sz="2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Mục tiêu: </a:t>
            </a:r>
            <a:endParaRPr lang="vi-VN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Sinh test case tự động bằng Ollama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Sinh dữ liệu kiểm thử tự động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Đọc metadata từ cơ sở dữ liệu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Kiểm tra ràng buộc dữ liệu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Xuất kết quả PASS/FAIL ra Excel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build="p"/>
      <p:bldP spid="222" grpId="1" build="p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Thiết kế và xây dựng hệ thống</a:t>
            </a:r>
            <a:endParaRPr lang="vi-VN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68624" y="88522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 </a:t>
            </a:r>
            <a:endParaRPr sz="2200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3091531" y="463992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Kết quả hệ </a:t>
            </a: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thống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330001" y="580175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triển </a:t>
            </a:r>
            <a:endParaRPr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80669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Thiết kế và xây dựng hệ thống</a:t>
            </a:r>
            <a:endParaRPr lang="vi-VN" sz="3200" dirty="0">
              <a:solidFill>
                <a:schemeClr val="bg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09550" y="684530"/>
            <a:ext cx="5337810" cy="598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ai/generator.py</a:t>
            </a:r>
            <a:r>
              <a:rPr lang="vi-VN" altLang="en-US" sz="16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Xử l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 giao tiếp với mô hình ngôn ngữ lớn Ollama 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ể sinh dữ liệu và test case.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db/connection.py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vi-VN" sz="16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Thực hiện kết nối 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ến cơ sở dữ liệu SQL Server/PostgreSQL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db/laydulieu.py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vi-VN" sz="16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Lấy danh sách bảng, cấu trúc bảng, metadata và các ràng buộc dữ liệu.</a:t>
            </a:r>
            <a:endParaRPr lang="en-US" altLang="en-US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services/sinhdulieu.py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Xử l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 sinh dữ liệu kiểm thử dựa trên cấu trúc bảng và yêu cầu ng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ời dùng.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services/sinhtestcase.py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vi-VN" alt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Sinh test case tự 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ộng, thực thi kiểm thử và xuất kết quả PASS/FAIL.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reports/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vi-VN" alt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u file kết quả kiểm thử, ví dụ file Excel chứa test case và trạng thái PASS/FAIL.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templates/ và static/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vi-VN" alt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Xây dựng giao diện web cho hệ thống.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app.py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File chính khởi chạy ứng dụng và 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iều phối các chức n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ng.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config.py</a:t>
            </a:r>
            <a:r>
              <a:rPr lang="vi-VN" altLang="en-US" sz="16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vi-VN" alt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 th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 mục report và tự </a:t>
            </a:r>
            <a:r>
              <a:rPr lang="" altLang="en-US" sz="16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ộng tạo tên file kết quả kiểm thử theo thời gian thực.”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0" y="684530"/>
            <a:ext cx="3262630" cy="5607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Thiết kế và xây dựng hệ thống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78784" y="88522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 </a:t>
            </a:r>
            <a:endParaRPr sz="2200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2923891" y="4611353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200" b="1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Kết quả hệ </a:t>
            </a:r>
            <a:r>
              <a:rPr lang="vi-VN" altLang="en-US" sz="2200" b="1">
                <a:solidFill>
                  <a:srgbClr val="D0CECE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thống</a:t>
            </a:r>
            <a:endParaRPr lang="vi-VN" altLang="en-US" sz="2200" b="1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303966" y="576111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triển </a:t>
            </a:r>
            <a:endParaRPr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608807" y="5825156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Thực nghiệm và </a:t>
            </a:r>
            <a:r>
              <a:rPr lang="" altLang="en-US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ánh giá hệ thống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57625" y="4434205"/>
            <a:ext cx="4654550" cy="212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Chức n</a:t>
            </a:r>
            <a:r>
              <a:rPr lang="" altLang="en-US" sz="2200" b="1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ng hệ thống</a:t>
            </a:r>
            <a:endParaRPr lang="en-US" alt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Sinh dữ liệu kiểm thử tự 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ộng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Sinh test case tự 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ộng bằng Ollama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Thực thi test case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Xuất kết quả PASS/FAIL ra Excel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7975" y="4434205"/>
            <a:ext cx="3352165" cy="2051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Cơ sở dữ liệu thực nghiệm</a:t>
            </a:r>
            <a:endParaRPr lang="en-US" alt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Bảng KHOA_TEST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Bảng LOP_TEST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Bảng SINHVIEN_TEST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900430"/>
            <a:ext cx="8082280" cy="338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Kết quả sinh test case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46480"/>
            <a:ext cx="5735320" cy="2519045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Hệ thống tự </a:t>
            </a:r>
            <a:r>
              <a:rPr lang="" altLang="en-US" sz="22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ộng:</a:t>
            </a:r>
            <a:endParaRPr lang="en-US" altLang="en-US"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ọc metadata bảng dữ liệu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hân tích ràng buộc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inh test case bằng Ollama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hực thi kiểm thử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hi kết quả PASS/FAIL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" y="4031615"/>
            <a:ext cx="8931275" cy="1266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Thiết kế và xây dựng </a:t>
            </a:r>
            <a:r>
              <a:rPr lang="en-US" alt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h</a:t>
            </a:r>
            <a:r>
              <a:rPr lang="vi-VN" alt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ệ thống</a:t>
            </a:r>
            <a:endParaRPr lang="vi-VN" alt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50209" y="88522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 </a:t>
            </a:r>
            <a:endParaRPr sz="2200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3015166" y="46111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Kết quả hệ </a:t>
            </a: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thống </a:t>
            </a:r>
            <a:endParaRPr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Google Shape;202;p3"/>
          <p:cNvSpPr/>
          <p:nvPr/>
        </p:nvSpPr>
        <p:spPr>
          <a:xfrm>
            <a:off x="2488751" y="586462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triển </a:t>
            </a:r>
            <a:endParaRPr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Kết quả hệ thống</a:t>
            </a:r>
            <a:endParaRPr lang="vi-V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" y="765810"/>
            <a:ext cx="7940040" cy="2576830"/>
          </a:xfrm>
        </p:spPr>
        <p:txBody>
          <a:bodyPr/>
          <a:p>
            <a:pPr marL="114300" indent="0">
              <a:buNone/>
            </a:pPr>
            <a:r>
              <a:rPr lang="vi-VN" altLang="en-US" sz="2200" b="1">
                <a:latin typeface="Times New Roman" panose="02020603050405020304" charset="0"/>
                <a:cs typeface="Times New Roman" panose="02020603050405020304" charset="0"/>
              </a:rPr>
              <a:t>Trước khi sinh dữ liệu / test case và thực thi</a:t>
            </a:r>
            <a:r>
              <a:rPr lang="vi-VN" altLang="en-US"/>
              <a:t> </a:t>
            </a:r>
            <a:endParaRPr lang="vi-VN" altLang="en-US"/>
          </a:p>
          <a:p>
            <a:pPr marL="114300" indent="0">
              <a:buNone/>
            </a:pPr>
            <a:endParaRPr lang="vi-V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25" y="1297305"/>
            <a:ext cx="7414895" cy="1963420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/>
        </p:nvSpPr>
        <p:spPr>
          <a:xfrm>
            <a:off x="290195" y="3429000"/>
            <a:ext cx="7940040" cy="27876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114300" indent="0">
              <a:buNone/>
            </a:pPr>
            <a:r>
              <a:rPr lang="vi-VN" altLang="en-US" sz="2200" b="1">
                <a:latin typeface="Times New Roman" panose="02020603050405020304" charset="0"/>
                <a:cs typeface="Times New Roman" panose="02020603050405020304" charset="0"/>
              </a:rPr>
              <a:t>Sau khi sinh dữ liệu / test case và thực thi</a:t>
            </a:r>
            <a:r>
              <a:rPr lang="vi-VN" altLang="en-US"/>
              <a:t> </a:t>
            </a:r>
            <a:endParaRPr lang="vi-VN" altLang="en-US"/>
          </a:p>
          <a:p>
            <a:pPr marL="114300" indent="0">
              <a:buNone/>
            </a:pPr>
            <a:endParaRPr lang="vi-V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3968750"/>
            <a:ext cx="7319645" cy="2346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 panose="020F0502020204030204"/>
              <a:buNone/>
            </a:pPr>
            <a:r>
              <a:rPr lang="en-US" sz="3200"/>
              <a:t>Nội dung</a:t>
            </a:r>
            <a:endParaRPr lang="en-US" sz="3200"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Thiết kế và xây dựng </a:t>
            </a:r>
            <a:r>
              <a:rPr lang="en-US" alt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h</a:t>
            </a:r>
            <a:r>
              <a:rPr lang="vi-VN" alt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ệ thống</a:t>
            </a:r>
            <a:endParaRPr lang="vi-VN" alt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Thực nghiệm và đánh giá</a:t>
            </a:r>
            <a:endParaRPr lang="vi-VN" sz="2200" b="1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750209" y="88522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đề tài </a:t>
            </a:r>
            <a:endParaRPr sz="2200" dirty="0">
              <a:solidFill>
                <a:srgbClr val="D0CEC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441761" y="573762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Kết luận &amp; Hướng phát </a:t>
            </a:r>
            <a:r>
              <a:rPr lang="vi-V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triển </a:t>
            </a:r>
            <a:endParaRPr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80166" y="4698127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Google Shape;202;p3"/>
          <p:cNvSpPr/>
          <p:nvPr/>
        </p:nvSpPr>
        <p:spPr>
          <a:xfrm>
            <a:off x="3092001" y="457112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Kết quả hệ </a:t>
            </a:r>
            <a:r>
              <a:rPr lang="vi-VN" sz="2200" b="1" dirty="0">
                <a:solidFill>
                  <a:srgbClr val="D0CECE"/>
                </a:solidFill>
                <a:latin typeface="Times New Roman" panose="02020603050405020304" charset="0"/>
                <a:cs typeface="Times New Roman" panose="02020603050405020304" charset="0"/>
              </a:rPr>
              <a:t>thống </a:t>
            </a:r>
            <a:endParaRPr sz="2200" b="1" dirty="0">
              <a:solidFill>
                <a:srgbClr val="D0CECE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</a:rPr>
              <a:t>Kết luận &amp; Hướng phát triển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" y="861695"/>
            <a:ext cx="7892415" cy="4904740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vi-VN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Kết quả </a:t>
            </a:r>
            <a:r>
              <a:rPr lang="" altLang="en-US" sz="2200" b="1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ạt </a:t>
            </a:r>
            <a:r>
              <a:rPr lang="" altLang="en-US" sz="2200" b="1" dirty="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ợc</a:t>
            </a:r>
            <a:endParaRPr lang="en-US" alt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Xây dựng công cụ sinh dữ liệu kiểm thử tự 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ộng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Sinh </a:t>
            </a:r>
            <a:r>
              <a:rPr lang="vi-VN" altLang="en-US" sz="2200" dirty="0">
                <a:latin typeface="Times New Roman" panose="02020603050405020304" charset="0"/>
                <a:cs typeface="Times New Roman" panose="02020603050405020304" charset="0"/>
              </a:rPr>
              <a:t>dữ liệu và 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test case bằng mô hình ngôn ngữ lớn Ollama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Hỗ trợ SQL Server và PostgreSQL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Tự 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ộng kiểm tra ràng buộc dữ liệu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Xuất kết quả PASS/FAIL ra Excel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vi-VN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</a:rPr>
              <a:t>Hạn chế</a:t>
            </a:r>
            <a:endParaRPr lang="en-US" alt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Chất l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ợng test case phụ thuộc prompt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Một số dữ liệu cần hậu xử l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ý</a:t>
            </a:r>
            <a:endParaRPr lang="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Ch</a:t>
            </a:r>
            <a:r>
              <a:rPr lang="" altLang="en-US" sz="22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a hỗ trợ nhiều hệ quản trị cơ sở dữ liệu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Kết luận &amp; Hướng phát triển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365" y="975995"/>
            <a:ext cx="5930900" cy="4252595"/>
          </a:xfrm>
        </p:spPr>
        <p:txBody>
          <a:bodyPr/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ớng phát triển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Tối </a:t>
            </a:r>
            <a:r>
              <a:rPr lang="" altLang="en-US" sz="22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u prompt sinh test case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Hỗ trợ thêm </a:t>
            </a: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</a:rPr>
              <a:t>nhiều cơ sở dữ liệu nổi tiếng khác nữa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Sinh test script tự </a:t>
            </a:r>
            <a:r>
              <a:rPr lang="" altLang="en-US" sz="22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ộng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Tích hợp AI </a:t>
            </a:r>
            <a:r>
              <a:rPr lang="" altLang="en-US" sz="22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ánh giá lỗi dữ liệu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>
            <a:spLocks noGrp="1"/>
          </p:cNvSpPr>
          <p:nvPr>
            <p:ph type="title"/>
          </p:nvPr>
        </p:nvSpPr>
        <p:spPr>
          <a:xfrm>
            <a:off x="628650" y="355795"/>
            <a:ext cx="7886700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3027</Words>
  <Application>WPS Presentation</Application>
  <PresentationFormat>On-screen Show (4:3)</PresentationFormat>
  <Paragraphs>160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Courier New</vt:lpstr>
      <vt:lpstr>Arial Unicode MS</vt:lpstr>
      <vt:lpstr>Microsoft YaHei</vt:lpstr>
      <vt:lpstr>Arial Unicode MS</vt:lpstr>
      <vt:lpstr>Calibri</vt:lpstr>
      <vt:lpstr>Times New Roman</vt:lpstr>
      <vt:lpstr>Wingdings</vt:lpstr>
      <vt:lpstr>Office Theme</vt:lpstr>
      <vt:lpstr>XÂY DỰNG FRAMEWORK KIỂM THỬ TỰ ĐỘNG  CHO ỨNG DỤNG WEB VÀ ỨNG DỤNG KIỂM THỬ  CHO WEBSITE DEBAC  </vt:lpstr>
      <vt:lpstr>Nội dung</vt:lpstr>
      <vt:lpstr>Nội dung</vt:lpstr>
      <vt:lpstr>Giới thiệu đề tài</vt:lpstr>
      <vt:lpstr>Nội dung</vt:lpstr>
      <vt:lpstr> Thiết kế và xây dựng framework </vt:lpstr>
      <vt:lpstr>Nội dung</vt:lpstr>
      <vt:lpstr>Ứng dụng kiểm thử website Debac</vt:lpstr>
      <vt:lpstr>PowerPoint 演示文稿</vt:lpstr>
      <vt:lpstr>Nội dung</vt:lpstr>
      <vt:lpstr>PowerPoint 演示文稿</vt:lpstr>
      <vt:lpstr>Nội dung</vt:lpstr>
      <vt:lpstr>Kết luận &amp; Hướng phát triển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PHÁT TRIỂN. QUẢN LÝ CẤU HÌNH PHẦN MỀM BẰNG SVN Đảm bảo chất lượng phần mềm</dc:title>
  <dc:creator>Đỗ Thị Thu Trang</dc:creator>
  <cp:lastModifiedBy>Minh Nguyễn</cp:lastModifiedBy>
  <cp:revision>151</cp:revision>
  <dcterms:created xsi:type="dcterms:W3CDTF">2024-09-27T15:40:00Z</dcterms:created>
  <dcterms:modified xsi:type="dcterms:W3CDTF">2026-05-08T14:00:05Z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97ECB486940E4D6FBA06D374FCF0109D_13</vt:lpwstr>
  </property>
  <property fmtid="{D5CDD505-2E9C-101B-9397-08002B2CF9AE}" pid="3" name="KSOProductBuildVer">
    <vt:lpwstr>1033-12.1.0.25242</vt:lpwstr>
  </property>
</Properties>
</file>